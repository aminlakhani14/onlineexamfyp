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(LMS)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Digital Platform for Academic Excellence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Document  |  Prepared for Client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Executive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3444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23444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Purpose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2316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231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Society &amp; Industry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2316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4231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4231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LMS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1188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118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611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Functionality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502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6118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61188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 Diagram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029200" cy="3474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LMS?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Management System (LMS) is a modern digital platform designed to improve how academic assessments are planned, conducted, and reviewed.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time-consuming manual processes with a structured online environment where teachers manage examinations efficiently and students complete assessments through a simple, guided interface.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brings together assessment creation, delivery, evaluation, and result management into one unified digital solution.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108960" cy="74980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22529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0" y="122529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075688"/>
            <a:ext cx="3108960" cy="74980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211226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211226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&amp; Student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2962656"/>
            <a:ext cx="3108960" cy="74980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999232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29992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849624"/>
            <a:ext cx="3108960" cy="74980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388620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388620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Purpose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Challenges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paper-based question preparation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exam distribution &amp; evaluation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physical paperwork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managing student performance data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flexibility for remote learners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in marking &amp; results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administrative burden on faculty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14800" cy="3566160"/>
          </a:xfrm>
          <a:prstGeom prst="rect">
            <a:avLst/>
          </a:prstGeom>
          <a:solidFill>
            <a:srgbClr val="F0FF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LMS Purpose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27632"/>
            <a:ext cx="3886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full examination lifecycle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teacher exam preparation tasks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students guided online experience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speed of evaluation &amp; results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transparent academic records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scalable &amp; modern assessment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dependency institution-wide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to Society &amp; Industry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61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Efficiency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exam creation time, minimizes repetitive manual work, allows faster MCQ result preparation, and keeps data centralized.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43000"/>
            <a:ext cx="27432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61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Accessibility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6002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remote learners and multiple campuses, digital interface for all users, reduces dependence on physical venues.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43000"/>
            <a:ext cx="2743200" cy="411480"/>
          </a:xfrm>
          <a:prstGeom prst="rect">
            <a:avLst/>
          </a:prstGeom>
          <a:solidFill>
            <a:srgbClr val="02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161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Transparency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marking logic for objective assessments, students get clear understanding of performance, organized exam records.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2743200" cy="411480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81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enrollment growth without extra manual admin, standardize procedures institution-wide across departments.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3063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63240"/>
            <a:ext cx="27432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081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Social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35204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digital transformation, better use of institutional resources, improved service delivery to students.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306324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063240"/>
            <a:ext cx="2743200" cy="411480"/>
          </a:xfrm>
          <a:prstGeom prst="rect">
            <a:avLst/>
          </a:prstGeom>
          <a:solidFill>
            <a:srgbClr val="D4770A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81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Modernization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institutions for remote and tech-enabled education, reduces paper usage, promotes smarter academic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LMS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0292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1795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4630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registration for teachers and students. Secure account access with session management and appropriate role views.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0292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43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11795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Creation by Teachers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4630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MCQ and QA/descriptive exam papers. Assign marks, correct answers, and evaluation keywords per question.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57400"/>
            <a:ext cx="502920" cy="749808"/>
          </a:xfrm>
          <a:prstGeom prst="rect">
            <a:avLst/>
          </a:prstGeom>
          <a:solidFill>
            <a:srgbClr val="02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0574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0939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3774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update, and delete questions. Review question papers in organized format before or after publishing.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057400"/>
            <a:ext cx="502920" cy="749808"/>
          </a:xfrm>
          <a:prstGeom prst="rect">
            <a:avLst/>
          </a:prstGeom>
          <a:solidFill>
            <a:srgbClr val="8B2FC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574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0939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Exam Attempt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3774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interface for MCQ and QA exams. Clear question sequences, answer submission, and structured exam navigation.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50292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971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30083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Auto-Marking &amp;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2918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marked automatically against correct options. Descriptive answers evaluated via predefined keywords and logic.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502920" cy="749808"/>
          </a:xfrm>
          <a:prstGeom prst="rect">
            <a:avLst/>
          </a:prstGeom>
          <a:solidFill>
            <a:srgbClr val="D4770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9718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30083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2918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review overall performance; students view personal results. Consolidated marks from MCQ and QA sections.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14600" y="3886200"/>
            <a:ext cx="4114800" cy="749808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3886200"/>
            <a:ext cx="50292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3886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81528" y="3922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Rules Section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81528" y="420624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review exam instructions and conduct guidelines before starting. Reinforces institutional examination policies.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Functionality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Teacher Role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as teacher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MCQ and QA exams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marks &amp; correct answers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update question papers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obsolete questions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exam content &amp; organization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student results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 Student Role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886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as student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examination rules &amp; guidelines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MCQ-based exams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QA / descriptive exams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questions in clear sequence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answers through the platform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results after evaluation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Application Flow 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" y="987552"/>
            <a:ext cx="201168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9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987552"/>
            <a:ext cx="201168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969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987552"/>
            <a:ext cx="201168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969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/ System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3474720" cy="38404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START: LMS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572768"/>
            <a:ext cx="868680" cy="356616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73736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Register Account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-1280160" cy="356616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73736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7373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Register Account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12140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24028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240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Login &amp;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212140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24028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2240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Login &amp;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262432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28600" y="274320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MCQ &amp; QA Exam Papers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262432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274320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7492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Examination Rules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65960" y="312724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28600" y="324612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3246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Questions (Add/Edit/Delete)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312724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29200" y="324612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3246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MCQ / QA Exam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65960" y="363016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28600" y="374904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" y="3749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Publish Question Papers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3630168"/>
            <a:ext cx="0" cy="118872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0" y="374904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74920" y="3749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Responses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965960" y="4133088"/>
            <a:ext cx="2606040" cy="768096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0" y="4133088"/>
            <a:ext cx="-2194560" cy="768096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05840" y="4709160"/>
            <a:ext cx="7132320" cy="384048"/>
          </a:xfrm>
          <a:prstGeom prst="rect">
            <a:avLst/>
          </a:prstGeom>
          <a:solidFill>
            <a:srgbClr val="027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51560" y="47091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System: Auto-Mark MCQs | Evaluate QA | Store Results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965960" y="4709160"/>
            <a:ext cx="0" cy="-109728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28600" y="4251960"/>
            <a:ext cx="347472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4320" y="4251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Review Student Results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766560" y="4709160"/>
            <a:ext cx="0" cy="-109728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029200" y="4251960"/>
            <a:ext cx="3474720" cy="38404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74920" y="4251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View Personal Results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LMS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36576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1188720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Dependency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536192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processes across the full examination lifecycle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9144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2377440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724912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result handling, especially for MCQ-type assessments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9144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11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2688" y="3566160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913632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marking and assessment quality institution-wide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331720"/>
            <a:ext cx="2743200" cy="9144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58768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Experience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58768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UX for both teachers (creation) and students (attempt)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2331720"/>
            <a:ext cx="2743200" cy="9144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39128" y="23774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39128" y="272491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 supporting institutional growth and digital transformation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21B2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36576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Management System delivers a clear business and academic advantage by transforming examination activities into a more efficient, accessible, and transparent digital process.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teachers in creating and managing assessments, helps students complete exams through a guided interface, and improves the reliability of result handling.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represents a meaningful step toward smarter examination management — suitable for institutions seeking a professional, scalable, and user-friendly platform.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digital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your institution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records &amp; results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Business Document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Management System (LMS)</dc:title>
  <dc:subject>PptxGenJS Presentation</dc:subject>
  <dc:creator>PptxGenJS</dc:creator>
  <cp:lastModifiedBy>PptxGenJS</cp:lastModifiedBy>
  <cp:revision>1</cp:revision>
  <dcterms:created xsi:type="dcterms:W3CDTF">2026-04-11T11:22:24Z</dcterms:created>
  <dcterms:modified xsi:type="dcterms:W3CDTF">2026-04-11T11:22:24Z</dcterms:modified>
</cp:coreProperties>
</file>